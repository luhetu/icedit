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15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Remove the Target. Preserve the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Research focus: selective object removal when target and protected content interact.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394960" cy="32918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The practical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Remove the specified instance and its effects.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Preserve nearby faces, text, structure and other instances.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 plausible image can still be an incorrect 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23160"/>
            <a:ext cx="5394960" cy="329184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Our current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27832"/>
            <a:ext cx="50292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Editing infrastructure is implemented.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Strong-baseline validation is in progress.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 new method contribution remains to be demonstrated.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15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What We Have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Implemented pipeline; active denoising intervention remains a proposal.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10" name="Chevron 9"/>
          <p:cNvSpPr/>
          <p:nvPr/>
        </p:nvSpPr>
        <p:spPr>
          <a:xfrm>
            <a:off x="2642616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98648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Edit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14" name="Chevron 13"/>
          <p:cNvSpPr/>
          <p:nvPr/>
        </p:nvSpPr>
        <p:spPr>
          <a:xfrm>
            <a:off x="4992624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48655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Spatial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18" name="Chevron 17"/>
          <p:cNvSpPr/>
          <p:nvPr/>
        </p:nvSpPr>
        <p:spPr>
          <a:xfrm>
            <a:off x="7342631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98663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81543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ICEdit /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1543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22" name="Chevron 21"/>
          <p:cNvSpPr/>
          <p:nvPr/>
        </p:nvSpPr>
        <p:spPr>
          <a:xfrm>
            <a:off x="9692639" y="2971800"/>
            <a:ext cx="201168" cy="274320"/>
          </a:xfrm>
          <a:prstGeom prst="chevron">
            <a:avLst/>
          </a:prstGeom>
          <a:solidFill>
            <a:srgbClr val="167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48672" y="2560320"/>
            <a:ext cx="2057400" cy="123444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1" y="2697479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Raw + composite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1" y="3364991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Contract: target, operation and preservation requirements.</a:t>
            </a:r>
          </a:p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Controls: source-only masks and protected-region subtraction.</a:t>
            </a:r>
          </a:p>
          <a:p>
            <a:pPr>
              <a:spcAft>
                <a:spcPts val="1400"/>
              </a:spcAft>
              <a:defRPr sz="2300" b="0">
                <a:solidFill>
                  <a:srgbClr val="20282C"/>
                </a:solidFill>
                <a:latin typeface="Calibri"/>
              </a:defRPr>
            </a:pPr>
            <a:r>
              <a:t>Final compositing preserves pixels outside the mask; it does not prove better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15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Progress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Status snapshot from the September 15 progress session; live jobs must be checked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5394960" cy="356616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Verified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82112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30 unit tests passed across spatial masks, executor and contract schema.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Offline LoRA loading fixed.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15 pilot configurations passed input preflight.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394960" cy="356616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Execution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82112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Job 1042473 submitted; last session check: pending.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ObjectClear: code and weights ready, pipeline import unresolved.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No new generated results were available at that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15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Where a Contribution Must Go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A contract, verifier or final composite alone is not the proposed contribution.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107899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20282C"/>
                </a:solidFill>
                <a:latin typeface="Calibri"/>
              </a:defRPr>
            </a:pPr>
            <a:r>
              <a:t>ObjectClear: target/effect localization and background fusion.</a:t>
            </a:r>
          </a:p>
          <a:p>
            <a:pPr>
              <a:spcAft>
                <a:spcPts val="1400"/>
              </a:spcAft>
              <a:defRPr sz="2500" b="0">
                <a:solidFill>
                  <a:srgbClr val="20282C"/>
                </a:solidFill>
                <a:latin typeface="Calibri"/>
              </a:defRPr>
            </a:pPr>
            <a:r>
              <a:t>Consistency Critic: reference-guided consistency correction.</a:t>
            </a:r>
          </a:p>
          <a:p>
            <a:pPr>
              <a:spcAft>
                <a:spcPts val="1400"/>
              </a:spcAft>
              <a:defRPr sz="2500" b="0">
                <a:solidFill>
                  <a:srgbClr val="20282C"/>
                </a:solidFill>
                <a:latin typeface="Calibri"/>
              </a:defRPr>
            </a:pPr>
            <a:r>
              <a:t>AdaEraser: adaptive attention suppression for removal.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1">
                <a:solidFill>
                  <a:srgbClr val="16776B"/>
                </a:solidFill>
                <a:latin typeface="Calibri"/>
              </a:defRPr>
            </a:pPr>
            <a:r>
              <a:t>Hypothesis: explicit instance ownership can reduce collateral damage when effects or boundaries overlap.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647176"/>
                </a:solidFill>
                <a:latin typeface="Calibri"/>
              </a:defRPr>
            </a:pPr>
            <a:r>
              <a:t>Sources: arxiv.org/abs/2505.22636v2 | arxiv.org/abs/2511.20614 | arxiv.org/abs/2605.15921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15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Candidate Mechanism: Test Before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Proposed diagnostic, not a validated method or physical causal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1. Identify target, protected instances and uncertain regions.</a:t>
            </a:r>
          </a:p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2. At the same denoising state, vary target and protected reference evidence separately.</a:t>
            </a:r>
          </a:p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3. Test whether prediction responses distinguish target persistence from protected-content damage.</a:t>
            </a:r>
          </a:p>
          <a:p>
            <a:pPr>
              <a:spcAft>
                <a:spcPts val="1400"/>
              </a:spcAft>
              <a:defRPr sz="2400" b="0">
                <a:solidFill>
                  <a:srgbClr val="20282C"/>
                </a:solidFill>
                <a:latin typeface="Calibri"/>
              </a:defRPr>
            </a:pPr>
            <a:r>
              <a:t>4. Build a regional controller only if this signal beats simple spatial heuristics.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69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6776B"/>
                </a:solidFill>
                <a:latin typeface="Calibri"/>
              </a:defRPr>
            </a:pPr>
            <a:r>
              <a:t>Compare equal information and compute budgets. Report raw outputs before compositing.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6776B"/>
                </a:solidFill>
                <a:latin typeface="Calibri"/>
              </a:defRPr>
            </a:pPr>
            <a:r>
              <a:t>ICEDIT / RESEARCH PROGRESS / 15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20282C"/>
                </a:solidFill>
                <a:latin typeface="Calibri"/>
              </a:defRPr>
            </a:pPr>
            <a:r>
              <a:t>Next Experiments and Decision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18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647176"/>
                </a:solidFill>
                <a:latin typeface="Calibri"/>
              </a:defRPr>
            </a:pPr>
            <a:r>
              <a:t>Use existing cases first; no new benchmark is required for this diagnostic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647176"/>
                </a:solidFill>
                <a:latin typeface="Calibri"/>
              </a:defRPr>
            </a:pPr>
            <a:r>
              <a:t>CVPR-oriented research | Implemented components and hypotheses are distinguished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16776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394960" cy="3474720"/>
          </a:xfrm>
          <a:prstGeom prst="rect">
            <a:avLst/>
          </a:prstGeom>
          <a:solidFill>
            <a:srgbClr val="ED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Experimental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502920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Run ICEdit: 5 conditions x 3 fixed seeds.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Validate ObjectClear, including fusion on/off.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Add strong removal comparisons and held-out cases.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Then test the smallest intervention module.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423160"/>
            <a:ext cx="5394960" cy="3474720"/>
          </a:xfrm>
          <a:prstGeom prst="rect">
            <a:avLst/>
          </a:prstGeom>
          <a:solidFill>
            <a:srgbClr val="F1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6776B"/>
                </a:solidFill>
                <a:latin typeface="Calibri"/>
              </a:defRPr>
            </a:pPr>
            <a:r>
              <a:t>Continue only if...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27832"/>
            <a:ext cx="5029200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The failure persists on strong baselines.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Removal improves at comparable protection damage, or vice versa.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Gains survive raw-output and held-out evaluation.</a:t>
            </a:r>
          </a:p>
          <a:p>
            <a:pPr>
              <a:spcAft>
                <a:spcPts val="1400"/>
              </a:spcAft>
              <a:defRPr sz="1800" b="0">
                <a:solidFill>
                  <a:srgbClr val="20282C"/>
                </a:solidFill>
                <a:latin typeface="Calibri"/>
              </a:defRPr>
            </a:pPr>
            <a:r>
              <a:t>Simple masks and equal-cost resampling cannot explain the 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